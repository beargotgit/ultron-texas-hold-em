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🃏 Texas Hold'em Ultron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A Reinforcement Learning Poker Bot</a:t>
            </a:r>
            <a:br/>
            <a:br/>
            <a:r>
              <a:t>Anthony • Berend • Daniel • Dina • Eby • Aaron</a:t>
            </a:r>
            <a:br/>
            <a:r>
              <a:t>CS 4444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1. Problem Definition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Project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Build an AI agent that can play competitive Texas Hold'em poker</a:t>
            </a:r>
          </a:p>
          <a:p>
            <a:pPr>
              <a:spcAft>
                <a:spcPts val="800"/>
              </a:spcAft>
              <a:defRPr sz="1800"/>
            </a:pPr>
            <a:r>
              <a:t>• Understand game state and board dynamics</a:t>
            </a:r>
          </a:p>
          <a:p>
            <a:pPr>
              <a:spcAft>
                <a:spcPts val="800"/>
              </a:spcAft>
              <a:defRPr sz="1800"/>
            </a:pPr>
            <a:r>
              <a:t>• Evaluate hand strength and equity in real-time</a:t>
            </a:r>
          </a:p>
          <a:p>
            <a:pPr>
              <a:spcAft>
                <a:spcPts val="800"/>
              </a:spcAft>
              <a:defRPr sz="1800"/>
            </a:pPr>
            <a:r>
              <a:t>• Predict opponent behavior and ranges</a:t>
            </a:r>
          </a:p>
          <a:p>
            <a:pPr>
              <a:spcAft>
                <a:spcPts val="800"/>
              </a:spcAft>
              <a:defRPr sz="1800"/>
            </a:pPr>
            <a:r>
              <a:t>• Make optimal decisions: fold, call, or raise</a:t>
            </a:r>
          </a:p>
          <a:p>
            <a:pPr>
              <a:spcAft>
                <a:spcPts val="800"/>
              </a:spcAft>
              <a:defRPr sz="1800"/>
            </a:pPr>
            <a:r>
              <a:t>• Compete against other teams' bots in class tournament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Project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Real-time decision making (&lt; 5 seconds per action)</a:t>
            </a:r>
          </a:p>
          <a:p>
            <a:pPr>
              <a:spcAft>
                <a:spcPts val="800"/>
              </a:spcAft>
              <a:defRPr sz="1800"/>
            </a:pPr>
            <a:r>
              <a:t>• Support for 2-9 players per table</a:t>
            </a:r>
          </a:p>
          <a:p>
            <a:pPr>
              <a:spcAft>
                <a:spcPts val="800"/>
              </a:spcAft>
              <a:defRPr sz="1800"/>
            </a:pPr>
            <a:r>
              <a:t>• Handle all poker stages: pre-flop, flop, turn, river</a:t>
            </a:r>
          </a:p>
          <a:p>
            <a:pPr>
              <a:spcAft>
                <a:spcPts val="800"/>
              </a:spcAft>
              <a:defRPr sz="1800"/>
            </a:pPr>
            <a:r>
              <a:t>• Proper betting mechanics: blinds, raises, all-in situations</a:t>
            </a:r>
          </a:p>
          <a:p>
            <a:pPr>
              <a:spcAft>
                <a:spcPts val="800"/>
              </a:spcAft>
              <a:defRPr sz="1800"/>
            </a:pPr>
            <a:r>
              <a:t>• Trained model that improves over time</a:t>
            </a:r>
          </a:p>
          <a:p>
            <a:pPr>
              <a:spcAft>
                <a:spcPts val="800"/>
              </a:spcAft>
              <a:defRPr sz="1800"/>
            </a:pPr>
            <a:r>
              <a:t>• Evaluation metrics for performance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2. Game Background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Texas Hold'em Poker Hands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🏆 Royal Flush - A, K, Q, J, 10 same suit (best hand)</a:t>
            </a:r>
          </a:p>
          <a:p>
            <a:pPr>
              <a:spcAft>
                <a:spcPts val="800"/>
              </a:spcAft>
              <a:defRPr sz="1800"/>
            </a:pPr>
            <a:r>
              <a:t>• ⭐ Straight Flush - Five sequential cards, same suit</a:t>
            </a:r>
          </a:p>
          <a:p>
            <a:pPr>
              <a:spcAft>
                <a:spcPts val="800"/>
              </a:spcAft>
              <a:defRPr sz="1800"/>
            </a:pPr>
            <a:r>
              <a:t>• 🎰 Four of a Kind - Four cards of same rank</a:t>
            </a:r>
          </a:p>
          <a:p>
            <a:pPr>
              <a:spcAft>
                <a:spcPts val="800"/>
              </a:spcAft>
              <a:defRPr sz="1800"/>
            </a:pPr>
            <a:r>
              <a:t>• 🏠 Full House - Three of a kind + a pair</a:t>
            </a:r>
          </a:p>
          <a:p>
            <a:pPr>
              <a:spcAft>
                <a:spcPts val="800"/>
              </a:spcAft>
              <a:defRPr sz="1800"/>
            </a:pPr>
            <a:r>
              <a:t>• ♠️ Flush - Five cards of same suit</a:t>
            </a:r>
          </a:p>
          <a:p>
            <a:pPr>
              <a:spcAft>
                <a:spcPts val="800"/>
              </a:spcAft>
              <a:defRPr sz="1800"/>
            </a:pPr>
            <a:r>
              <a:t>• 📏 Straight - Five sequential cards</a:t>
            </a:r>
          </a:p>
          <a:p>
            <a:pPr>
              <a:spcAft>
                <a:spcPts val="800"/>
              </a:spcAft>
              <a:defRPr sz="1800"/>
            </a:pPr>
            <a:r>
              <a:t>• 🎲 Three of a Kind - Three cards of same rank</a:t>
            </a:r>
          </a:p>
          <a:p>
            <a:pPr>
              <a:spcAft>
                <a:spcPts val="800"/>
              </a:spcAft>
              <a:defRPr sz="1800"/>
            </a:pPr>
            <a:r>
              <a:t>• 👥 Two Pair - Two different pairs</a:t>
            </a:r>
          </a:p>
          <a:p>
            <a:pPr>
              <a:spcAft>
                <a:spcPts val="800"/>
              </a:spcAft>
              <a:defRPr sz="1800"/>
            </a:pPr>
            <a:r>
              <a:t>• 👤 Pair - Two cards of same rank</a:t>
            </a:r>
          </a:p>
          <a:p>
            <a:pPr>
              <a:spcAft>
                <a:spcPts val="800"/>
              </a:spcAft>
              <a:defRPr sz="1800"/>
            </a:pPr>
            <a:r>
              <a:t>• 📝 High Card - Highest card wins (worst hand)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Challenges in Poker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Imperfect Information - Can't see opponent's cards</a:t>
            </a:r>
          </a:p>
          <a:p>
            <a:pPr>
              <a:spcAft>
                <a:spcPts val="800"/>
              </a:spcAft>
              <a:defRPr sz="1800"/>
            </a:pPr>
            <a:r>
              <a:t>• Probabilistic Outcomes - Must handle uncertainty</a:t>
            </a:r>
          </a:p>
          <a:p>
            <a:pPr>
              <a:spcAft>
                <a:spcPts val="800"/>
              </a:spcAft>
              <a:defRPr sz="1800"/>
            </a:pPr>
            <a:r>
              <a:t>• Large State Space - 52 cards, multiple stages, varying pot sizes</a:t>
            </a:r>
          </a:p>
          <a:p>
            <a:pPr>
              <a:spcAft>
                <a:spcPts val="800"/>
              </a:spcAft>
              <a:defRPr sz="1800"/>
            </a:pPr>
            <a:r>
              <a:t>• Opponent Modeling - Different players have different strategies</a:t>
            </a:r>
          </a:p>
          <a:p>
            <a:pPr>
              <a:spcAft>
                <a:spcPts val="800"/>
              </a:spcAft>
              <a:defRPr sz="1800"/>
            </a:pPr>
            <a:r>
              <a:t>• Bluffing - Sometimes optimal play involves deception</a:t>
            </a:r>
          </a:p>
          <a:p>
            <a:pPr>
              <a:spcAft>
                <a:spcPts val="800"/>
              </a:spcAft>
              <a:defRPr sz="1800"/>
            </a:pPr>
            <a:r>
              <a:t>• Multi-street Planning - Decisions affect future betting rounds</a:t>
            </a:r>
          </a:p>
          <a:p>
            <a:pPr>
              <a:spcAft>
                <a:spcPts val="800"/>
              </a:spcAft>
              <a:defRPr sz="1800"/>
            </a:pPr>
            <a:r>
              <a:t>• Pot Odds vs Equity - Balancing risk and reward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3. System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Reinforcement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Self-play enables learning without human examples</a:t>
            </a:r>
          </a:p>
          <a:p>
            <a:pPr>
              <a:spcAft>
                <a:spcPts val="800"/>
              </a:spcAft>
              <a:defRPr sz="1800"/>
            </a:pPr>
            <a:r>
              <a:t>• Handles sequential decision making naturally</a:t>
            </a:r>
          </a:p>
          <a:p>
            <a:pPr>
              <a:spcAft>
                <a:spcPts val="800"/>
              </a:spcAft>
              <a:defRPr sz="1800"/>
            </a:pPr>
            <a:r>
              <a:t>• Can adapt to different opponent styles</a:t>
            </a:r>
          </a:p>
          <a:p>
            <a:pPr>
              <a:spcAft>
                <a:spcPts val="800"/>
              </a:spcAft>
              <a:defRPr sz="1800"/>
            </a:pPr>
            <a:r>
              <a:t>• PPO provides stable training for complex action spaces</a:t>
            </a:r>
          </a:p>
          <a:p>
            <a:pPr>
              <a:spcAft>
                <a:spcPts val="800"/>
              </a:spcAft>
              <a:defRPr sz="1800"/>
            </a:pPr>
            <a:r>
              <a:t>• Continuous learning - model improves with more games</a:t>
            </a:r>
          </a:p>
          <a:p>
            <a:pPr>
              <a:spcAft>
                <a:spcPts val="800"/>
              </a:spcAft>
              <a:defRPr sz="1800"/>
            </a:pPr>
            <a:r>
              <a:t>• No need for labeled poker hand databases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Component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  TEXAS HOLD'EM ULTRON    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             │</a:t>
            </a:r>
            <a:br/>
            <a:r>
              <a:t>│  ┌──────────────┐    ┌──────────────┐    ┌──────────────┐                   │</a:t>
            </a:r>
            <a:br/>
            <a:r>
              <a:t>│  │   Agents     │    │  Simulation  │    │   Training   │                   │</a:t>
            </a:r>
            <a:br/>
            <a:r>
              <a:t>│  ├──────────────┤    ├──────────────┤    ├──────────────┤                   │</a:t>
            </a:r>
            <a:br/>
            <a:r>
              <a:t>│  │ PokerPlayer  │◄──►│  PokerEnv    │◄──►│ PPOTrainer   │                   │</a:t>
            </a:r>
            <a:br/>
            <a:r>
              <a:t>│  │ MonteCarloAgt│    │  (Gymnasium) │    │              │                   │</a:t>
            </a:r>
            <a:br/>
            <a:r>
              <a:t>│  │ RLAgent      │    │              │    │ RolloutBuffer│                   │</a:t>
            </a:r>
            <a:br/>
            <a:r>
              <a:t>│  │ HumanPlayer  │    │ CardUtils    │    │              │                   │</a:t>
            </a:r>
            <a:br/>
            <a:r>
              <a:t>│  └──────────────┘    └──────────────┘    │ PPOConfig    │                   │</a:t>
            </a:r>
            <a:br/>
            <a:r>
              <a:t>│                             │            └──────────────┘                   │</a:t>
            </a:r>
            <a:br/>
            <a:r>
              <a:t>│                             │                   │                           │</a:t>
            </a:r>
            <a:br/>
            <a:r>
              <a:t>│                             ▼                   ▼                           │</a:t>
            </a:r>
            <a:br/>
            <a:r>
              <a:t>│                      ┌──────────────┐    ┌──────────────┐                   │</a:t>
            </a:r>
            <a:br/>
            <a:r>
              <a:t>│                      │  PokerPPO    │    │    Utils     │                   │</a:t>
            </a:r>
            <a:br/>
            <a:r>
              <a:t>│                      │   Model      │    ├──────────────┤                   │</a:t>
            </a:r>
            <a:br/>
            <a:r>
              <a:t>│                      ├──────────────┤    │ TensorBoard  │                   │</a:t>
            </a:r>
            <a:br/>
            <a:r>
              <a:t>│                      │ CardEmbedding│    │ Reader       │                   │</a:t>
            </a:r>
            <a:br/>
            <a:r>
              <a:t>│                      │ HandEmbedding│    │              │                   │</a:t>
            </a:r>
            <a:br/>
            <a:r>
              <a:t>│                      │ FoldHead     │    │ Device Util  │                   │</a:t>
            </a:r>
            <a:br/>
            <a:r>
              <a:t>│                      │ BetHead      │    └──────────────┘                   │</a:t>
            </a:r>
            <a:br/>
            <a:r>
              <a:t>│                      │ ValueHead    │                                       │</a:t>
            </a:r>
            <a:br/>
            <a:r>
              <a:t>│                      └──────────────┘                                       │</a:t>
            </a:r>
            <a:br/>
            <a:r>
              <a:t>│                             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Action Space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  ACTION SPACE (2D Continuous)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             │</a:t>
            </a:r>
            <a:br/>
            <a:r>
              <a:t>│  Action = [p_fold, bet_scalar]  where both ∈ [0, 1]                         │</a:t>
            </a:r>
            <a:br/>
            <a:r>
              <a:t>│                 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┌───────────────────────────────────────────────────────────────────┐      │</a:t>
            </a:r>
            <a:br/>
            <a:r>
              <a:t>│  │  p_fold (Bernoulli Distribution)                                   │      │</a:t>
            </a:r>
            <a:br/>
            <a:r>
              <a:t>│  │  ┌─────────────────────────────────────────────────────────────┐  │      │</a:t>
            </a:r>
            <a:br/>
            <a:r>
              <a:t>│  │  │  &gt; 0.5  →  FOLD (if there's a bet to call)                  │  │      │</a:t>
            </a:r>
            <a:br/>
            <a:r>
              <a:t>│  │  │  ≤ 0.5  →  Continue to bet_scalar interpretation            │  │      │</a:t>
            </a:r>
            <a:br/>
            <a:r>
              <a:t>│  │  └─────────────────────────────────────────────────────────────┘  │      │</a:t>
            </a:r>
            <a:br/>
            <a:r>
              <a:t>│  └───────────────────────────────────────────────────────────────────┘      │</a:t>
            </a:r>
            <a:br/>
            <a:r>
              <a:t>│                 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┌───────────────────────────────────────────────────────────────────┐      │</a:t>
            </a:r>
            <a:br/>
            <a:r>
              <a:t>│  │  bet_scalar (Beta Distribution)                                    │      │</a:t>
            </a:r>
            <a:br/>
            <a:r>
              <a:t>│  │  ┌─────────────────────────────────────────────────────────────┐  │      │</a:t>
            </a:r>
            <a:br/>
            <a:r>
              <a:t>│  │  │  &lt; 0.1 (ε)      →  CHECK (if no bet) or CALL                │  │      │</a:t>
            </a:r>
            <a:br/>
            <a:r>
              <a:t>│  │  │  0.1 - 0.9      →  RAISE (scaled between min_raise &amp; stack) │  │      │</a:t>
            </a:r>
            <a:br/>
            <a:r>
              <a:t>│  │  │  &gt; 0.9 (1-ε)    →  ALL-IN                                   │  │      │</a:t>
            </a:r>
            <a:br/>
            <a:r>
              <a:t>│  │  └─────────────────────────────────────────────────────────────┘  │      │</a:t>
            </a:r>
            <a:br/>
            <a:r>
              <a:t>│  └───────────────────────────────────────────────────────────────────┘      │</a:t>
            </a:r>
            <a:br/>
            <a:r>
              <a:t>│                                                                              │</a:t>
            </a:r>
            <a:br/>
            <a:r>
              <a:t>│  Why Beta Distribution?                                                      │</a:t>
            </a:r>
            <a:br/>
            <a:r>
              <a:t>│  • Naturally bounded [0, 1] - perfect for bet sizing                        │</a:t>
            </a:r>
            <a:br/>
            <a:r>
              <a:t>│  • Flexible shape (α, β parameters) - can be uniform, skewed, peaked        │</a:t>
            </a:r>
            <a:br/>
            <a:r>
              <a:t>│  • Differentiable - enables gradient-based learning                         │</a:t>
            </a:r>
            <a:br/>
            <a:r>
              <a:t>│                             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Core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Gymnasium Interface - Standard RL environment API</a:t>
            </a:r>
          </a:p>
          <a:p>
            <a:pPr>
              <a:spcAft>
                <a:spcPts val="800"/>
              </a:spcAft>
              <a:defRPr sz="1800"/>
            </a:pPr>
            <a:r>
              <a:t>• Separate Embedding Modules - Cards, hand features, numeric features</a:t>
            </a:r>
          </a:p>
          <a:p>
            <a:pPr>
              <a:spcAft>
                <a:spcPts val="800"/>
              </a:spcAft>
              <a:defRPr sz="1800"/>
            </a:pPr>
            <a:r>
              <a:t>• Hybrid Action Space - Bernoulli (fold) + Beta (bet sizing)</a:t>
            </a:r>
          </a:p>
          <a:p>
            <a:pPr>
              <a:spcAft>
                <a:spcPts val="800"/>
              </a:spcAft>
              <a:defRPr sz="1800"/>
            </a:pPr>
            <a:r>
              <a:t>• Log-normalized Observations - Prevents gradient explosion</a:t>
            </a:r>
          </a:p>
          <a:p>
            <a:pPr>
              <a:spcAft>
                <a:spcPts val="800"/>
              </a:spcAft>
              <a:defRPr sz="1800"/>
            </a:pPr>
            <a:r>
              <a:t>• Self-play Training - Hero vs Monte Carlo opponents</a:t>
            </a:r>
          </a:p>
          <a:p>
            <a:pPr>
              <a:spcAft>
                <a:spcPts val="800"/>
              </a:spcAft>
              <a:defRPr sz="1800"/>
            </a:pPr>
            <a:r>
              <a:t>• TensorBoard Integration - Real-time training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4. Technical Implementation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File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latin typeface="Courier New"/>
              </a:defRPr>
            </a:pPr>
            <a:r>
              <a:t>Ultron-Texas-Hold-Em/</a:t>
            </a:r>
            <a:br/>
            <a:r>
              <a:t>│</a:t>
            </a:r>
            <a:br/>
            <a:r>
              <a:t>├── agents/                          # Player implementations</a:t>
            </a:r>
            <a:br/>
            <a:r>
              <a:t>│   ├── poker_player.py              # Abstract base class (PokerPlayer)</a:t>
            </a:r>
            <a:br/>
            <a:r>
              <a:t>│   ├── monte_carlo_agent.py         # MC equity-based agent (opponent)</a:t>
            </a:r>
            <a:br/>
            <a:r>
              <a:t>│   ├── rl_agent.py                  # RL agent wrapper</a:t>
            </a:r>
            <a:br/>
            <a:r>
              <a:t>│   ├── human_player.py              # Interactive human player</a:t>
            </a:r>
            <a:br/>
            <a:r>
              <a:t>│   └── agent.py                     # Legacy agent with equity calc</a:t>
            </a:r>
            <a:br/>
            <a:r>
              <a:t>│</a:t>
            </a:r>
            <a:br/>
            <a:r>
              <a:t>├── simulation/                      # Game environment</a:t>
            </a:r>
            <a:br/>
            <a:r>
              <a:t>│   ├── poker_env.py                 # Gymnasium RL environment</a:t>
            </a:r>
            <a:br/>
            <a:r>
              <a:t>│   ├── poker_simulator.py           # Game flow simulation</a:t>
            </a:r>
            <a:br/>
            <a:r>
              <a:t>│   └── card_utils.py                # Card encoding utilities</a:t>
            </a:r>
            <a:br/>
            <a:r>
              <a:t>│</a:t>
            </a:r>
            <a:br/>
            <a:r>
              <a:t>├── training/                        # RL training code</a:t>
            </a:r>
            <a:br/>
            <a:r>
              <a:t>│   ├── ppo_model.py                 # Neural network architecture</a:t>
            </a:r>
            <a:br/>
            <a:r>
              <a:t>│   ├── train_rl_model.py            # PPO training loop</a:t>
            </a:r>
            <a:br/>
            <a:r>
              <a:t>│   ├── losses.py                    # Custom loss functions</a:t>
            </a:r>
            <a:br/>
            <a:r>
              <a:t>│   └── evaluate_model.py            # Model evaluation</a:t>
            </a:r>
            <a:br/>
            <a:r>
              <a:t>│</a:t>
            </a:r>
            <a:br/>
            <a:r>
              <a:t>├── utils/                           # Utilities</a:t>
            </a:r>
            <a:br/>
            <a:r>
              <a:t>│   ├── tensorboard_reader.py        # Training log analysis</a:t>
            </a:r>
            <a:br/>
            <a:r>
              <a:t>│   └── device.py                    # GPU/CPU detection</a:t>
            </a:r>
            <a:br/>
            <a:r>
              <a:t>│</a:t>
            </a:r>
            <a:br/>
            <a:r>
              <a:t>├── tests/                           # Test suite</a:t>
            </a:r>
            <a:br/>
            <a:r>
              <a:t>│   ├── test_poker_env.py            # Environment tests</a:t>
            </a:r>
            <a:br/>
            <a:r>
              <a:t>│   ├── test_model.py                # Model tests</a:t>
            </a:r>
            <a:br/>
            <a:r>
              <a:t>│   └── ...</a:t>
            </a:r>
            <a:br/>
            <a:r>
              <a:t>│</a:t>
            </a:r>
            <a:br/>
            <a:r>
              <a:t>├── main.py                          # Interactive poker game</a:t>
            </a:r>
            <a:br/>
            <a:r>
              <a:t>└── play_vs_rl.py                    # Play against trained model</a:t>
            </a:r>
            <a:b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RL Foundation: Poker Environment (poker_env.py)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Gymnasium-compatible environment with continuous action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48463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urier New"/>
              </a:defRPr>
            </a:pPr>
            <a:r>
              <a:t>class PokerEnv(gym.Env):</a:t>
            </a:r>
            <a:br/>
            <a:r>
              <a:t>    """Gymnasium-compatible Texas Hold'em environment."""</a:t>
            </a:r>
            <a:br/>
            <a:r>
              <a:t>    </a:t>
            </a:r>
            <a:br/>
            <a:r>
              <a:t>    # Observation Space: 423 dimensions</a:t>
            </a:r>
            <a:br/>
            <a:r>
              <a:t>    # - 7 x 53 card one-hot encodings (hole cards + board) = 371</a:t>
            </a:r>
            <a:br/>
            <a:r>
              <a:t>    # - 10 binary hand features (pair, flush, etc.)        = 10</a:t>
            </a:r>
            <a:br/>
            <a:r>
              <a:t>    # - 9 x 4 player features (money, bet, folded, all_in) = 36</a:t>
            </a:r>
            <a:br/>
            <a:r>
              <a:t>    # - 6 global features (pot, current_bet, etc.)         = 6</a:t>
            </a:r>
            <a:br/>
            <a:r>
              <a:t>    </a:t>
            </a:r>
            <a:br/>
            <a:r>
              <a:t>    observation_space = spaces.Box(low=-inf, high=inf, shape=(423,))</a:t>
            </a:r>
            <a:br/>
            <a:r>
              <a:t>    </a:t>
            </a:r>
            <a:br/>
            <a:r>
              <a:t>    # Action Space: [p_fold, bet_scalar] both in [0, 1]</a:t>
            </a:r>
            <a:br/>
            <a:r>
              <a:t>    action_space = spaces.Box(low=0.0, high=1.0, shape=(2,))</a:t>
            </a:r>
            <a:br/>
            <a:r>
              <a:t>    </a:t>
            </a:r>
            <a:br/>
            <a:r>
              <a:t>    def step(self, action):</a:t>
            </a:r>
            <a:br/>
            <a:r>
              <a:t>        p_fold, bet_scalar = action[0], action[1]</a:t>
            </a:r>
            <a:br/>
            <a:r>
              <a:t>        </a:t>
            </a:r>
            <a:br/>
            <a:r>
              <a:t>        # Interpret action into poker move</a:t>
            </a:r>
            <a:br/>
            <a:r>
              <a:t>        poker_action = interpret_action(</a:t>
            </a:r>
            <a:br/>
            <a:r>
              <a:t>            p_fold=p_fold,</a:t>
            </a:r>
            <a:br/>
            <a:r>
              <a:t>            bet_scalar=bet_scalar,</a:t>
            </a:r>
            <a:br/>
            <a:r>
              <a:t>            current_bet=self.current_bet,</a:t>
            </a:r>
            <a:br/>
            <a:r>
              <a:t>            my_bet=hero.bet,</a:t>
            </a:r>
            <a:br/>
            <a:r>
              <a:t>            min_raise=self.min_raise,</a:t>
            </a:r>
            <a:br/>
            <a:r>
              <a:t>            my_money=hero.money,</a:t>
            </a:r>
            <a:br/>
            <a:r>
              <a:t>        )</a:t>
            </a:r>
            <a:br/>
            <a:r>
              <a:t>        </a:t>
            </a:r>
            <a:br/>
            <a:r>
              <a:t>        # Apply action, advance game</a:t>
            </a:r>
            <a:br/>
            <a:r>
              <a:t>        self._apply_action(self.hero_idx, poker_action)</a:t>
            </a:r>
            <a:br/>
            <a:r>
              <a:t>        self._advance_to_hero_or_end()</a:t>
            </a:r>
            <a:br/>
            <a:r>
              <a:t>        </a:t>
            </a:r>
            <a:br/>
            <a:r>
              <a:t>        reward = self._calculate_reward()  # Normalized chip delta</a:t>
            </a:r>
            <a:br/>
            <a:r>
              <a:t>        return obs, reward, terminated, truncated, info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Deep Learning Model: PPO Architecture (ppo_model.py)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Neural network with separate embeddings and actor-critic heads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48463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urier New"/>
              </a:defRPr>
            </a:pPr>
            <a:r>
              <a:t>class PokerPPOModel(nn.Module):</a:t>
            </a:r>
            <a:br/>
            <a:r>
              <a:t>    """PPO Actor-Critic for Texas Hold'em."""</a:t>
            </a:r>
            <a:br/>
            <a:r>
              <a:t>    </a:t>
            </a:r>
            <a:br/>
            <a:r>
              <a:t>    def __init__(self, card_embed_dim=64, hidden_dim=256):</a:t>
            </a:r>
            <a:br/>
            <a:r>
              <a:t>        # Card Embedding: 53-dim one-hot → 64-dim (shared across 7 cards)</a:t>
            </a:r>
            <a:br/>
            <a:r>
              <a:t>        self.card_embedding = CardEmbedding(card_embed_dim)  # 53 → 64 → 64</a:t>
            </a:r>
            <a:br/>
            <a:r>
              <a:t>        </a:t>
            </a:r>
            <a:br/>
            <a:r>
              <a:t>        # Hand Embedding: 10 binary flags → 32-dim</a:t>
            </a:r>
            <a:br/>
            <a:r>
              <a:t>        self.hand_embedding = nn.Sequential(</a:t>
            </a:r>
            <a:br/>
            <a:r>
              <a:t>            nn.Linear(10, 32), nn.ReLU(), nn.Linear(32, 32))</a:t>
            </a:r>
            <a:br/>
            <a:r>
              <a:t>        </a:t>
            </a:r>
            <a:br/>
            <a:r>
              <a:t>        # Numeric Embedding: 42 features → 64-dim</a:t>
            </a:r>
            <a:br/>
            <a:r>
              <a:t>        self.numeric_embedding = nn.Sequential(</a:t>
            </a:r>
            <a:br/>
            <a:r>
              <a:t>            nn.Linear(42, 64), nn.ReLU(), nn.Linear(64, 64))</a:t>
            </a:r>
            <a:br/>
            <a:r>
              <a:t>        </a:t>
            </a:r>
            <a:br/>
            <a:r>
              <a:t>        # Combined: 448 + 32 + 64 = 544 → Shared Trunk → 256</a:t>
            </a:r>
            <a:br/>
            <a:r>
              <a:t>        self.shared_trunk = nn.Sequential(</a:t>
            </a:r>
            <a:br/>
            <a:r>
              <a:t>            nn.Linear(544, 256), nn.ReLU(),</a:t>
            </a:r>
            <a:br/>
            <a:r>
              <a:t>            nn.Linear(256, 256), nn.ReLU())</a:t>
            </a:r>
            <a:br/>
            <a:r>
              <a:t>        </a:t>
            </a:r>
            <a:br/>
            <a:r>
              <a:t>        # Three Output Heads:</a:t>
            </a:r>
            <a:br/>
            <a:r>
              <a:t>        self.fold_head = nn.Sequential(...)   # → 1 (Bernoulli logit)</a:t>
            </a:r>
            <a:br/>
            <a:r>
              <a:t>        self.bet_head = nn.Sequential(...)    # → 2 (Beta α, β)</a:t>
            </a:r>
            <a:br/>
            <a:r>
              <a:t>        self.value_head = nn.Sequential(...)  # → 1 (V(s) critic)</a:t>
            </a:r>
            <a:br/>
            <a:r>
              <a:t>    </a:t>
            </a:r>
            <a:br/>
            <a:r>
              <a:t>    def forward(self, obs):</a:t>
            </a:r>
            <a:br/>
            <a:r>
              <a:t>        # Embed each feature type separately</a:t>
            </a:r>
            <a:br/>
            <a:r>
              <a:t>        card_features = self._embed_cards(obs)    # (batch, 448)</a:t>
            </a:r>
            <a:br/>
            <a:r>
              <a:t>        hand_features = self.hand_embedding(...)  # (batch, 32)</a:t>
            </a:r>
            <a:br/>
            <a:r>
              <a:t>        numeric_features = self.numeric_embedding(...)  # (batch, 64)</a:t>
            </a:r>
            <a:br/>
            <a:r>
              <a:t>        </a:t>
            </a:r>
            <a:br/>
            <a:r>
              <a:t>        combined = torch.cat([card_features, hand_features, numeric_features], dim=1)</a:t>
            </a:r>
            <a:br/>
            <a:r>
              <a:t>        hidden = self.shared_trunk(combined)</a:t>
            </a:r>
            <a:br/>
            <a:r>
              <a:t>        </a:t>
            </a:r>
            <a:br/>
            <a:r>
              <a:t>        fold_logit = self.fold_head(hidden)</a:t>
            </a:r>
            <a:br/>
            <a:r>
              <a:t>        bet_alpha = F.softplus(self.bet_head(hidden)[:, 0:1]) + 1.0</a:t>
            </a:r>
            <a:br/>
            <a:r>
              <a:t>        bet_beta = F.softplus(self.bet_head(hidden)[:, 1:2]) + 1.0</a:t>
            </a:r>
            <a:br/>
            <a:r>
              <a:t>        value = self.value_head(hidden)</a:t>
            </a:r>
            <a:br/>
            <a:r>
              <a:t>        </a:t>
            </a:r>
            <a:br/>
            <a:r>
              <a:t>        return fold_logit, bet_alpha, bet_beta, value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Monte Carlo Equity Component (monte_carlo_agent.py)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Monte Carlo simulation for hand strength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48463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urier New"/>
              </a:defRPr>
            </a:pPr>
            <a:r>
              <a:t>class MonteCarloAgent(PokerPlayer):</a:t>
            </a:r>
            <a:br/>
            <a:r>
              <a:t>    """Uses Monte Carlo simulation for equity estimation."""</a:t>
            </a:r>
            <a:br/>
            <a:r>
              <a:t>    </a:t>
            </a:r>
            <a:br/>
            <a:r>
              <a:t>    def _calculate_equity(self, hole_cards, board, num_opponents):</a:t>
            </a:r>
            <a:br/>
            <a:r>
              <a:t>        """Monte Carlo equity calculation."""</a:t>
            </a:r>
            <a:br/>
            <a:r>
              <a:t>        remaining = [c for c in full_deck if c not in used_cards]</a:t>
            </a:r>
            <a:br/>
            <a:r>
              <a:t>        cards_to_deal = 5 - len(board)</a:t>
            </a:r>
            <a:br/>
            <a:r>
              <a:t>        </a:t>
            </a:r>
            <a:br/>
            <a:r>
              <a:t>        wins, ties, total = 0, 0, 0</a:t>
            </a:r>
            <a:br/>
            <a:r>
              <a:t>        </a:t>
            </a:r>
            <a:br/>
            <a:r>
              <a:t>        for _ in range(self.num_simulations):  # Default: 500 simulations</a:t>
            </a:r>
            <a:br/>
            <a:r>
              <a:t>            # Sample random opponent hands and remaining board cards</a:t>
            </a:r>
            <a:br/>
            <a:r>
              <a:t>            sampled = random.sample(remaining, 2*num_opponents + cards_to_deal)</a:t>
            </a:r>
            <a:br/>
            <a:r>
              <a:t>            opponent_hands = [sampled[i*2:(i+1)*2] for i in range(num_opponents)]</a:t>
            </a:r>
            <a:br/>
            <a:r>
              <a:t>            full_board = board + sampled[2*num_opponents:]</a:t>
            </a:r>
            <a:br/>
            <a:r>
              <a:t>            </a:t>
            </a:r>
            <a:br/>
            <a:r>
              <a:t>            # Evaluate all hands using Treys library</a:t>
            </a:r>
            <a:br/>
            <a:r>
              <a:t>            my_score = self.evaluator.evaluate(full_board, hole_cards)</a:t>
            </a:r>
            <a:br/>
            <a:r>
              <a:t>            opponent_scores = [self.evaluator.evaluate(full_board, h) </a:t>
            </a:r>
            <a:br/>
            <a:r>
              <a:t>                              for h in opponent_hands]</a:t>
            </a:r>
            <a:br/>
            <a:r>
              <a:t>            </a:t>
            </a:r>
            <a:br/>
            <a:r>
              <a:t>            best_opponent = min(opponent_scores)  # Lower is better in Treys</a:t>
            </a:r>
            <a:br/>
            <a:r>
              <a:t>            </a:t>
            </a:r>
            <a:br/>
            <a:r>
              <a:t>            if my_score &lt; best_opponent:</a:t>
            </a:r>
            <a:br/>
            <a:r>
              <a:t>                wins += 1</a:t>
            </a:r>
            <a:br/>
            <a:r>
              <a:t>            elif my_score == best_opponent:</a:t>
            </a:r>
            <a:br/>
            <a:r>
              <a:t>                ties += 0.5</a:t>
            </a:r>
            <a:br/>
            <a:r>
              <a:t>            total += 1</a:t>
            </a:r>
            <a:br/>
            <a:r>
              <a:t>        </a:t>
            </a:r>
            <a:br/>
            <a:r>
              <a:t>        return (wins + ties) / total  # Equity: probability of winning</a:t>
            </a:r>
            <a:br/>
            <a:r>
              <a:t>    </a:t>
            </a:r>
            <a:br/>
            <a:r>
              <a:t>    def _make_decision(self, equity, pot_odds, to_call, pot, min_raise, my_money):</a:t>
            </a:r>
            <a:br/>
            <a:r>
              <a:t>        """Decision based on equity vs pot odds."""</a:t>
            </a:r>
            <a:br/>
            <a:r>
              <a:t>        if equity &gt;= raise_threshold:</a:t>
            </a:r>
            <a:br/>
            <a:r>
              <a:t>            return PokerAction.raise_to(...)</a:t>
            </a:r>
            <a:br/>
            <a:r>
              <a:t>        elif equity &gt; pot_odds:  # +EV to call</a:t>
            </a:r>
            <a:br/>
            <a:r>
              <a:t>            return PokerAction.call(...)</a:t>
            </a:r>
            <a:br/>
            <a:r>
              <a:t>        else:</a:t>
            </a:r>
            <a:br/>
            <a:r>
              <a:t>            return PokerAction.fold()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PPO Training Method (train_rl_model.py)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PPO with clipped objective, value function, and entropy regularization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48463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urier New"/>
              </a:defRPr>
            </a:pPr>
            <a:r>
              <a:t>class PPOTrainer:</a:t>
            </a:r>
            <a:br/>
            <a:r>
              <a:t>    def _update_policy(self):</a:t>
            </a:r>
            <a:br/>
            <a:r>
              <a:t>        """PPO policy update with clipped objective."""</a:t>
            </a:r>
            <a:br/>
            <a:r>
              <a:t>        for epoch in range(self.config.num_epochs):  # 4 epochs</a:t>
            </a:r>
            <a:br/>
            <a:r>
              <a:t>            for batch in self.buffer.get_minibatches(self.config.num_minibatches):</a:t>
            </a:r>
            <a:br/>
            <a:r>
              <a:t>                mb_obs, mb_actions, mb_log_probs, mb_advantages, mb_returns, mb_values = batch</a:t>
            </a:r>
            <a:br/>
            <a:r>
              <a:t>                </a:t>
            </a:r>
            <a:br/>
            <a:r>
              <a:t>                # Get new log probs and values</a:t>
            </a:r>
            <a:br/>
            <a:r>
              <a:t>                new_log_probs, entropy, new_values = self.model.evaluate_actions(</a:t>
            </a:r>
            <a:br/>
            <a:r>
              <a:t>                    mb_obs, mb_actions)</a:t>
            </a:r>
            <a:br/>
            <a:r>
              <a:t>                </a:t>
            </a:r>
            <a:br/>
            <a:r>
              <a:t>                # PPO ratio: π_new(a|s) / π_old(a|s)</a:t>
            </a:r>
            <a:br/>
            <a:r>
              <a:t>                ratio = torch.exp(new_log_probs - mb_log_probs)</a:t>
            </a:r>
            <a:br/>
            <a:r>
              <a:t>                </a:t>
            </a:r>
            <a:br/>
            <a:r>
              <a:t>                # Clipped surrogate objective</a:t>
            </a:r>
            <a:br/>
            <a:r>
              <a:t>                pg_loss1 = -mb_advantages * ratio</a:t>
            </a:r>
            <a:br/>
            <a:r>
              <a:t>                pg_loss2 = -mb_advantages * torch.clamp(</a:t>
            </a:r>
            <a:br/>
            <a:r>
              <a:t>                    ratio, 1 - self.config.clip_coef, 1 + self.config.clip_coef)</a:t>
            </a:r>
            <a:br/>
            <a:r>
              <a:t>                pg_loss = torch.max(pg_loss1, pg_loss2).mean()</a:t>
            </a:r>
            <a:br/>
            <a:r>
              <a:t>                </a:t>
            </a:r>
            <a:br/>
            <a:r>
              <a:t>                # Value loss (with optional clipping)</a:t>
            </a:r>
            <a:br/>
            <a:r>
              <a:t>                v_loss = 0.5 * ((new_values - mb_returns) ** 2).mean()</a:t>
            </a:r>
            <a:br/>
            <a:r>
              <a:t>                </a:t>
            </a:r>
            <a:br/>
            <a:r>
              <a:t>                # Entropy bonus for exploration</a:t>
            </a:r>
            <a:br/>
            <a:r>
              <a:t>                entropy_loss = entropy.mean()</a:t>
            </a:r>
            <a:br/>
            <a:r>
              <a:t>                </a:t>
            </a:r>
            <a:br/>
            <a:r>
              <a:t>                # Total loss: policy - entropy_bonus + value</a:t>
            </a:r>
            <a:br/>
            <a:r>
              <a:t>                loss = (pg_loss - self.config.ent_coef * entropy_loss</a:t>
            </a:r>
            <a:br/>
            <a:r>
              <a:t>                        + self.config.vf_coef * v_loss)</a:t>
            </a:r>
            <a:br/>
            <a:r>
              <a:t>                </a:t>
            </a:r>
            <a:br/>
            <a:r>
              <a:t>                # Optimize</a:t>
            </a:r>
            <a:br/>
            <a:r>
              <a:t>                self.optimizer.zero_grad()</a:t>
            </a:r>
            <a:br/>
            <a:r>
              <a:t>                loss.backward()</a:t>
            </a:r>
            <a:br/>
            <a:r>
              <a:t>                nn.utils.clip_grad_norm_(self.model.parameters(), 0.5)</a:t>
            </a:r>
            <a:br/>
            <a:r>
              <a:t>                self.optimizer.step()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Training Pipeline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Complete training pipeline with rollout collection, PPO updates,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48463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urier New"/>
              </a:defRPr>
            </a:pPr>
            <a:r>
              <a:t># train_rl_model.py - Main Training Loop</a:t>
            </a:r>
            <a:br/>
            <a:br/>
            <a:r>
              <a:t>config = PPOConfig(</a:t>
            </a:r>
            <a:br/>
            <a:r>
              <a:t>    total_timesteps=1_000_000,  # Total training decisions</a:t>
            </a:r>
            <a:br/>
            <a:r>
              <a:t>    learning_rate=3e-4,</a:t>
            </a:r>
            <a:br/>
            <a:r>
              <a:t>    gamma=0.99,           # Discount factor</a:t>
            </a:r>
            <a:br/>
            <a:r>
              <a:t>    gae_lambda=0.95,      # GAE lambda</a:t>
            </a:r>
            <a:br/>
            <a:r>
              <a:t>    num_steps=128,        # Steps per rollout</a:t>
            </a:r>
            <a:br/>
            <a:r>
              <a:t>    num_epochs=4,         # PPO epochs per update</a:t>
            </a:r>
            <a:br/>
            <a:r>
              <a:t>    clip_coef=0.2,        # PPO clipping</a:t>
            </a:r>
            <a:br/>
            <a:r>
              <a:t>    ent_coef=0.01,        # Entropy coefficient</a:t>
            </a:r>
            <a:br/>
            <a:r>
              <a:t>    vf_coef=0.5,          # Value function coefficient</a:t>
            </a:r>
            <a:br/>
            <a:r>
              <a:t>)</a:t>
            </a:r>
            <a:br/>
            <a:br/>
            <a:r>
              <a:t>trainer = PPOTrainer(config)</a:t>
            </a:r>
            <a:br/>
            <a:br/>
            <a:r>
              <a:t># Main loop</a:t>
            </a:r>
            <a:br/>
            <a:r>
              <a:t>for iteration in range(num_iterations):</a:t>
            </a:r>
            <a:br/>
            <a:r>
              <a:t>    # 1. Collect rollouts (hero vs MC opponents)</a:t>
            </a:r>
            <a:br/>
            <a:r>
              <a:t>    rollout_stats = trainer._collect_rollouts()</a:t>
            </a:r>
            <a:br/>
            <a:r>
              <a:t>    </a:t>
            </a:r>
            <a:br/>
            <a:r>
              <a:t>    # 2. Compute GAE advantages</a:t>
            </a:r>
            <a:br/>
            <a:r>
              <a:t>    buffer.compute_returns_and_advantages(last_value, gamma, gae_lambda)</a:t>
            </a:r>
            <a:br/>
            <a:r>
              <a:t>    </a:t>
            </a:r>
            <a:br/>
            <a:r>
              <a:t>    # 3. Update policy with PPO</a:t>
            </a:r>
            <a:br/>
            <a:r>
              <a:t>    update_stats = trainer._update_policy()</a:t>
            </a:r>
            <a:br/>
            <a:r>
              <a:t>    </a:t>
            </a:r>
            <a:br/>
            <a:r>
              <a:t>    # 4. Log to TensorBoard</a:t>
            </a:r>
            <a:br/>
            <a:r>
              <a:t>    writer.add_scalar("rollout/mean_reward", rollout_stats["mean_reward"])</a:t>
            </a:r>
            <a:br/>
            <a:r>
              <a:t>    writer.add_scalar("losses/pg_loss", update_stats["pg_loss"])</a:t>
            </a:r>
            <a:br/>
            <a:r>
              <a:t>    </a:t>
            </a:r>
            <a:br/>
            <a:r>
              <a:t>    # 5. Periodic evaluation against fixed opponents</a:t>
            </a:r>
            <a:br/>
            <a:r>
              <a:t>    if iteration % eval_interval == 0:</a:t>
            </a:r>
            <a:br/>
            <a:r>
              <a:t>        eval_stats = trainer.evaluate(num_episodes=100)</a:t>
            </a:r>
            <a:br/>
            <a:r>
              <a:t>        print(f"Win rate: {eval_stats['win_rate']:.2%}")</a:t>
            </a:r>
            <a:br/>
            <a:r>
              <a:t>    </a:t>
            </a:r>
            <a:br/>
            <a:r>
              <a:t>    # 6. Save checkpoints</a:t>
            </a:r>
            <a:br/>
            <a:r>
              <a:t>    if iteration % save_interval == 0:</a:t>
            </a:r>
            <a:br/>
            <a:r>
              <a:t>        trainer.save_checkpoint(f"checkpoint_{iteration}.pt")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Observation Encoding (poker_env.py)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Log-normalization prevents gradient explosion from large chip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48463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urier New"/>
              </a:defRPr>
            </a:pPr>
            <a:r>
              <a:t># Observation normalization for stable training</a:t>
            </a:r>
            <a:br/>
            <a:br/>
            <a:r>
              <a:t>def _get_observation(self) -&gt; np.ndarray:</a:t>
            </a:r>
            <a:br/>
            <a:r>
              <a:t>    obs_parts = []</a:t>
            </a:r>
            <a:br/>
            <a:r>
              <a:t>    </a:t>
            </a:r>
            <a:br/>
            <a:r>
              <a:t>    # 1. Card encodings (7 x 53 one-hot)</a:t>
            </a:r>
            <a:br/>
            <a:r>
              <a:t>    for card in hole_cards + board:</a:t>
            </a:r>
            <a:br/>
            <a:r>
              <a:t>        obs_parts.append(encode_card_one_hot(card))  # 53-dim per card</a:t>
            </a:r>
            <a:br/>
            <a:r>
              <a:t>    </a:t>
            </a:r>
            <a:br/>
            <a:r>
              <a:t>    # 2. Hand features (10 binary flags)</a:t>
            </a:r>
            <a:br/>
            <a:r>
              <a:t>    hand_features = encode_hand_features(hole_cards, board)</a:t>
            </a:r>
            <a:br/>
            <a:r>
              <a:t>    obs_parts.append(hand_features)  # pair, two_pair, flush, etc.</a:t>
            </a:r>
            <a:br/>
            <a:r>
              <a:t>    </a:t>
            </a:r>
            <a:br/>
            <a:r>
              <a:t>    # 3. Player features (log-normalized)</a:t>
            </a:r>
            <a:br/>
            <a:r>
              <a:t>    for player in self.players:</a:t>
            </a:r>
            <a:br/>
            <a:r>
              <a:t>        stack_normalizer = np.log1p(self.config.starting_stack)</a:t>
            </a:r>
            <a:br/>
            <a:r>
              <a:t>        features = [</a:t>
            </a:r>
            <a:br/>
            <a:r>
              <a:t>            np.log1p(player.money) / stack_normalizer,  # Log-normalized stack</a:t>
            </a:r>
            <a:br/>
            <a:r>
              <a:t>            np.log1p(player.bet) / np.log1p(big_blind), # Log-normalized bet</a:t>
            </a:r>
            <a:br/>
            <a:r>
              <a:t>            float(player.folded),   # Binary</a:t>
            </a:r>
            <a:br/>
            <a:r>
              <a:t>            float(player.all_in),   # Binary</a:t>
            </a:r>
            <a:br/>
            <a:r>
              <a:t>        ]</a:t>
            </a:r>
            <a:br/>
            <a:r>
              <a:t>    </a:t>
            </a:r>
            <a:br/>
            <a:r>
              <a:t>    # 4. Global features (normalized)</a:t>
            </a:r>
            <a:br/>
            <a:r>
              <a:t>    global_features = [</a:t>
            </a:r>
            <a:br/>
            <a:r>
              <a:t>        np.log1p(self.pot.money) / np.log1p(total_starting_money),</a:t>
            </a:r>
            <a:br/>
            <a:r>
              <a:t>        np.log1p(self.current_bet) / np.log1p(big_blind),</a:t>
            </a:r>
            <a:br/>
            <a:r>
              <a:t>        np.log1p(self.min_raise) / np.log1p(big_blind),</a:t>
            </a:r>
            <a:br/>
            <a:r>
              <a:t>        encode_round_stage(self.round_stage) / 4.0,  # 0-1 normalized</a:t>
            </a:r>
            <a:br/>
            <a:r>
              <a:t>        self.hero_idx / max(num_players - 1, 1),     # Position</a:t>
            </a:r>
            <a:br/>
            <a:r>
              <a:t>        self.dealer_position / max(num_players - 1, 1),</a:t>
            </a:r>
            <a:br/>
            <a:r>
              <a:t>    ]</a:t>
            </a:r>
            <a:br/>
            <a:r>
              <a:t>    </a:t>
            </a:r>
            <a:br/>
            <a:r>
              <a:t>    return np.concatenate(obs_parts)  # Total: 423 dimensions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Action Interpretation (poker_env.py)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Smooth mapping from [0,1] to poker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48463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urier New"/>
              </a:defRPr>
            </a:pPr>
            <a:r>
              <a:t>def interpret_action(p_fold, bet_scalar, current_bet, my_bet, </a:t>
            </a:r>
            <a:br/>
            <a:r>
              <a:t>                         min_raise, my_money) -&gt; PokerAction:</a:t>
            </a:r>
            <a:br/>
            <a:r>
              <a:t>    """Convert neural network output to poker action."""</a:t>
            </a:r>
            <a:br/>
            <a:r>
              <a:t>    </a:t>
            </a:r>
            <a:br/>
            <a:r>
              <a:t>    to_call = current_bet - my_bet</a:t>
            </a:r>
            <a:br/>
            <a:r>
              <a:t>    </a:t>
            </a:r>
            <a:br/>
            <a:r>
              <a:t>    # Fold decision (Bernoulli)</a:t>
            </a:r>
            <a:br/>
            <a:r>
              <a:t>    if p_fold &gt; 0.5:</a:t>
            </a:r>
            <a:br/>
            <a:r>
              <a:t>        if to_call &gt; 0:</a:t>
            </a:r>
            <a:br/>
            <a:r>
              <a:t>            return PokerAction.fold()</a:t>
            </a:r>
            <a:br/>
            <a:r>
              <a:t>        else:</a:t>
            </a:r>
            <a:br/>
            <a:r>
              <a:t>            # Can't fold when nothing to call - CHECK instead</a:t>
            </a:r>
            <a:br/>
            <a:r>
              <a:t>            return PokerAction.check()</a:t>
            </a:r>
            <a:br/>
            <a:r>
              <a:t>    </a:t>
            </a:r>
            <a:br/>
            <a:r>
              <a:t>    # Bet sizing (Beta distribution output)</a:t>
            </a:r>
            <a:br/>
            <a:r>
              <a:t>    ACTION_EPSILON = 0.1</a:t>
            </a:r>
            <a:br/>
            <a:r>
              <a:t>    </a:t>
            </a:r>
            <a:br/>
            <a:r>
              <a:t>    if bet_scalar &lt; ACTION_EPSILON:</a:t>
            </a:r>
            <a:br/>
            <a:r>
              <a:t>        # Low bet_scalar → Check or Call</a:t>
            </a:r>
            <a:br/>
            <a:r>
              <a:t>        if to_call &lt;= 0:</a:t>
            </a:r>
            <a:br/>
            <a:r>
              <a:t>            return PokerAction.check()</a:t>
            </a:r>
            <a:br/>
            <a:r>
              <a:t>        return PokerAction.call(min(to_call, my_money))</a:t>
            </a:r>
            <a:br/>
            <a:r>
              <a:t>    </a:t>
            </a:r>
            <a:br/>
            <a:r>
              <a:t>    elif bet_scalar &gt; 1.0 - ACTION_EPSILON:</a:t>
            </a:r>
            <a:br/>
            <a:r>
              <a:t>        # High bet_scalar → All-in</a:t>
            </a:r>
            <a:br/>
            <a:r>
              <a:t>        return PokerAction.raise_to(my_money)</a:t>
            </a:r>
            <a:br/>
            <a:r>
              <a:t>    </a:t>
            </a:r>
            <a:br/>
            <a:r>
              <a:t>    else:</a:t>
            </a:r>
            <a:br/>
            <a:r>
              <a:t>        # Middle values → Scaled raise</a:t>
            </a:r>
            <a:br/>
            <a:r>
              <a:t>        normalized = (bet_scalar - ACTION_EPSILON) / (1.0 - 2*ACTION_EPSILON)</a:t>
            </a:r>
            <a:br/>
            <a:r>
              <a:t>        raise_amount = int(min_raise + normalized * (my_money - min_raise))</a:t>
            </a:r>
            <a:br/>
            <a:r>
              <a:t>        raise_amount = max(min_raise, min(raise_amount, my_money))</a:t>
            </a:r>
            <a:br/>
            <a:r>
              <a:t>        return PokerAction.raise_to(raise_amount)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5. Experiments &amp; Evaluation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Evaluation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Self-play against Monte Carlo opponents with varying aggression</a:t>
            </a:r>
          </a:p>
          <a:p>
            <a:pPr>
              <a:spcAft>
                <a:spcPts val="800"/>
              </a:spcAft>
              <a:defRPr sz="1800"/>
            </a:pPr>
            <a:r>
              <a:t>• Periodic evaluation every 50 training iterations</a:t>
            </a:r>
          </a:p>
          <a:p>
            <a:pPr>
              <a:spcAft>
                <a:spcPts val="800"/>
              </a:spcAft>
              <a:defRPr sz="1800"/>
            </a:pPr>
            <a:r>
              <a:t>• Metrics tracked via TensorBoard:</a:t>
            </a:r>
          </a:p>
          <a:p>
            <a:pPr lvl="1">
              <a:spcAft>
                <a:spcPts val="800"/>
              </a:spcAft>
              <a:defRPr sz="1800"/>
            </a:pPr>
            <a:r>
              <a:t>• Win rate against baseline opponents</a:t>
            </a:r>
          </a:p>
          <a:p>
            <a:pPr lvl="1">
              <a:spcAft>
                <a:spcPts val="800"/>
              </a:spcAft>
              <a:defRPr sz="1800"/>
            </a:pPr>
            <a:r>
              <a:t>• Average profit per hand</a:t>
            </a:r>
          </a:p>
          <a:p>
            <a:pPr lvl="1">
              <a:spcAft>
                <a:spcPts val="800"/>
              </a:spcAft>
              <a:defRPr sz="1800"/>
            </a:pPr>
            <a:r>
              <a:t>• Episode length (actions per hand)</a:t>
            </a:r>
          </a:p>
          <a:p>
            <a:pPr lvl="1">
              <a:spcAft>
                <a:spcPts val="800"/>
              </a:spcAft>
              <a:defRPr sz="1800"/>
            </a:pPr>
            <a:r>
              <a:t>• Policy entropy (exploration measure)</a:t>
            </a:r>
          </a:p>
          <a:p>
            <a:pPr>
              <a:spcAft>
                <a:spcPts val="800"/>
              </a:spcAft>
              <a:defRPr sz="1800"/>
            </a:pPr>
            <a:r>
              <a:t>• Checkpoint saving for model versioning</a:t>
            </a:r>
          </a:p>
          <a:p>
            <a:pPr>
              <a:spcAft>
                <a:spcPts val="800"/>
              </a:spcAft>
              <a:defRPr sz="1800"/>
            </a:pPr>
            <a:r>
              <a:t>• Debug mode for step-by-step action 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rollout/mean_reward - Average reward per episode</a:t>
            </a:r>
          </a:p>
          <a:p>
            <a:pPr>
              <a:spcAft>
                <a:spcPts val="800"/>
              </a:spcAft>
              <a:defRPr sz="1800"/>
            </a:pPr>
            <a:r>
              <a:t>• rollout/mean_length - Actions per hand (should be &gt; 1)</a:t>
            </a:r>
          </a:p>
          <a:p>
            <a:pPr>
              <a:spcAft>
                <a:spcPts val="800"/>
              </a:spcAft>
              <a:defRPr sz="1800"/>
            </a:pPr>
            <a:r>
              <a:t>• eval/win_rate - Win percentage against opponents</a:t>
            </a:r>
          </a:p>
          <a:p>
            <a:pPr>
              <a:spcAft>
                <a:spcPts val="800"/>
              </a:spcAft>
              <a:defRPr sz="1800"/>
            </a:pPr>
            <a:r>
              <a:t>• eval/avg_profit - Average chip gain/loss per hand</a:t>
            </a:r>
          </a:p>
          <a:p>
            <a:pPr>
              <a:spcAft>
                <a:spcPts val="800"/>
              </a:spcAft>
              <a:defRPr sz="1800"/>
            </a:pPr>
            <a:r>
              <a:t>• losses/pg_loss - Policy gradient loss</a:t>
            </a:r>
          </a:p>
          <a:p>
            <a:pPr>
              <a:spcAft>
                <a:spcPts val="800"/>
              </a:spcAft>
              <a:defRPr sz="1800"/>
            </a:pPr>
            <a:r>
              <a:t>• losses/value_loss - Value function MSE</a:t>
            </a:r>
          </a:p>
          <a:p>
            <a:pPr>
              <a:spcAft>
                <a:spcPts val="800"/>
              </a:spcAft>
              <a:defRPr sz="1800"/>
            </a:pPr>
            <a:r>
              <a:t>• losses/entropy - Action distribution entropy</a:t>
            </a:r>
          </a:p>
          <a:p>
            <a:pPr>
              <a:spcAft>
                <a:spcPts val="800"/>
              </a:spcAft>
              <a:defRPr sz="1800"/>
            </a:pPr>
            <a:r>
              <a:t>• losses/kl_div - KL divergence (policy stability)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Evaluation Code (train_rl_model.py)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Deterministic evaluation against Monte Carlo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7295" cy="4846320"/>
          </a:xfrm>
          <a:prstGeom prst="rect">
            <a:avLst/>
          </a:prstGeom>
          <a:solidFill>
            <a:srgbClr val="282C34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BB2BF"/>
                </a:solidFill>
                <a:latin typeface="Courier New"/>
              </a:defRPr>
            </a:pPr>
            <a:r>
              <a:t>def evaluate(self, num_episodes: int) -&gt; Dict[str, float]:</a:t>
            </a:r>
            <a:br/>
            <a:r>
              <a:t>    """Evaluate the current policy against opponents."""</a:t>
            </a:r>
            <a:br/>
            <a:r>
              <a:t>    self.model.eval()</a:t>
            </a:r>
            <a:br/>
            <a:r>
              <a:t>    </a:t>
            </a:r>
            <a:br/>
            <a:r>
              <a:t>    wins = 0</a:t>
            </a:r>
            <a:br/>
            <a:r>
              <a:t>    total_profit = 0.0</a:t>
            </a:r>
            <a:br/>
            <a:r>
              <a:t>    env = self.envs[0]  # Use first environment</a:t>
            </a:r>
            <a:br/>
            <a:r>
              <a:t>    </a:t>
            </a:r>
            <a:br/>
            <a:r>
              <a:t>    for _ in range(num_episodes):</a:t>
            </a:r>
            <a:br/>
            <a:r>
              <a:t>        obs, _ = env.reset()</a:t>
            </a:r>
            <a:br/>
            <a:r>
              <a:t>        initial_chips = env.players[env.hero_idx].money</a:t>
            </a:r>
            <a:br/>
            <a:r>
              <a:t>        done = False</a:t>
            </a:r>
            <a:br/>
            <a:r>
              <a:t>        </a:t>
            </a:r>
            <a:br/>
            <a:r>
              <a:t>        while not done:</a:t>
            </a:r>
            <a:br/>
            <a:r>
              <a:t>            obs_t = torch.tensor(obs, dtype=torch.float32).unsqueeze(0)</a:t>
            </a:r>
            <a:br/>
            <a:r>
              <a:t>            with torch.no_grad():</a:t>
            </a:r>
            <a:br/>
            <a:r>
              <a:t>                action, _, _, _ = self.model.get_action_and_value(</a:t>
            </a:r>
            <a:br/>
            <a:r>
              <a:t>                    obs_t, deterministic=True)  # Use mean, not sample</a:t>
            </a:r>
            <a:br/>
            <a:r>
              <a:t>            </a:t>
            </a:r>
            <a:br/>
            <a:r>
              <a:t>            obs, reward, terminated, truncated, info = env.step(action)</a:t>
            </a:r>
            <a:br/>
            <a:r>
              <a:t>            done = terminated or truncated</a:t>
            </a:r>
            <a:br/>
            <a:r>
              <a:t>        </a:t>
            </a:r>
            <a:br/>
            <a:r>
              <a:t>        final_chips = env.players[env.hero_idx].money</a:t>
            </a:r>
            <a:br/>
            <a:r>
              <a:t>        profit = final_chips - initial_chips</a:t>
            </a:r>
            <a:br/>
            <a:r>
              <a:t>        </a:t>
            </a:r>
            <a:br/>
            <a:r>
              <a:t>        if profit &gt; 0:</a:t>
            </a:r>
            <a:br/>
            <a:r>
              <a:t>            wins += 1</a:t>
            </a:r>
            <a:br/>
            <a:r>
              <a:t>        total_profit += profit</a:t>
            </a:r>
            <a:br/>
            <a:r>
              <a:t>    </a:t>
            </a:r>
            <a:br/>
            <a:r>
              <a:t>    return {</a:t>
            </a:r>
            <a:br/>
            <a:r>
              <a:t>        "win_rate": wins / num_episodes,</a:t>
            </a:r>
            <a:br/>
            <a:r>
              <a:t>        "avg_profit": total_profit / num_episodes,</a:t>
            </a:r>
            <a:br/>
            <a:r>
              <a:t>    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Training Results &amp;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Architecture improvements (normalized inputs) prevent always-fold</a:t>
            </a:r>
          </a:p>
          <a:p>
            <a:pPr>
              <a:spcAft>
                <a:spcPts val="800"/>
              </a:spcAft>
              <a:defRPr sz="1800"/>
            </a:pPr>
            <a:r>
              <a:t>• Episode length &gt; 1.0 indicates meaningful play</a:t>
            </a:r>
          </a:p>
          <a:p>
            <a:pPr>
              <a:spcAft>
                <a:spcPts val="800"/>
              </a:spcAft>
              <a:defRPr sz="1800"/>
            </a:pPr>
            <a:r>
              <a:t>• Win rate baseline: ~50% against random, target: 55%+</a:t>
            </a:r>
          </a:p>
          <a:p>
            <a:pPr>
              <a:spcAft>
                <a:spcPts val="800"/>
              </a:spcAft>
              <a:defRPr sz="1800"/>
            </a:pPr>
            <a:r>
              <a:t>• Key insight: Log-normalization critical for monetary values</a:t>
            </a:r>
          </a:p>
          <a:p>
            <a:pPr>
              <a:spcAft>
                <a:spcPts val="800"/>
              </a:spcAft>
              <a:defRPr sz="1800"/>
            </a:pPr>
            <a:r>
              <a:t>• Separate embeddings help model learn feature interactions</a:t>
            </a:r>
          </a:p>
          <a:p>
            <a:pPr>
              <a:spcAft>
                <a:spcPts val="800"/>
              </a:spcAft>
              <a:defRPr sz="1800"/>
            </a:pPr>
            <a:r>
              <a:t>• Beta distribution provides smooth bet sizing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6. Innovation Highlights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Innovation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🎯 Hybrid Action Space - Bernoulli fold + Beta bet sizing</a:t>
            </a:r>
          </a:p>
          <a:p>
            <a:pPr>
              <a:spcAft>
                <a:spcPts val="800"/>
              </a:spcAft>
              <a:defRPr sz="1800"/>
            </a:pPr>
            <a:r>
              <a:t>• 🔧 Three-Head Architecture - Separate card/hand/numeric embeddings</a:t>
            </a:r>
          </a:p>
          <a:p>
            <a:pPr>
              <a:spcAft>
                <a:spcPts val="800"/>
              </a:spcAft>
              <a:defRPr sz="1800"/>
            </a:pPr>
            <a:r>
              <a:t>• 📊 Log-Normalized Observations - Prevents gradient explosion</a:t>
            </a:r>
          </a:p>
          <a:p>
            <a:pPr>
              <a:spcAft>
                <a:spcPts val="800"/>
              </a:spcAft>
              <a:defRPr sz="1800"/>
            </a:pPr>
            <a:r>
              <a:t>• 🎮 Gymnasium Interface - Standard RL environment compatibility</a:t>
            </a:r>
          </a:p>
          <a:p>
            <a:pPr>
              <a:spcAft>
                <a:spcPts val="800"/>
              </a:spcAft>
              <a:defRPr sz="1800"/>
            </a:pPr>
            <a:r>
              <a:t>• 🤖 Monte Carlo Bootstrapping - Quality opponents from day 1</a:t>
            </a:r>
          </a:p>
          <a:p>
            <a:pPr>
              <a:spcAft>
                <a:spcPts val="800"/>
              </a:spcAft>
              <a:defRPr sz="1800"/>
            </a:pPr>
            <a:r>
              <a:t>• 📈 TensorBoard Integration - Real-time training visualization</a:t>
            </a:r>
          </a:p>
          <a:p>
            <a:pPr>
              <a:spcAft>
                <a:spcPts val="800"/>
              </a:spcAft>
              <a:defRPr sz="1800"/>
            </a:pPr>
            <a:r>
              <a:t>• 🔄 Self-Play Pipeline - Continuous improvement loop</a:t>
            </a:r>
          </a:p>
          <a:p>
            <a:pPr>
              <a:spcAft>
                <a:spcPts val="800"/>
              </a:spcAft>
              <a:defRPr sz="1800"/>
            </a:pPr>
            <a:r>
              <a:t>• 🎲 Flexible Player Support - 2-9 players per table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Technical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Card Embedding Module - Shared weights across all 7 card slots</a:t>
            </a:r>
          </a:p>
          <a:p>
            <a:pPr>
              <a:spcAft>
                <a:spcPts val="800"/>
              </a:spcAft>
              <a:defRPr sz="1800"/>
            </a:pPr>
            <a:r>
              <a:t>• Hand Feature Extraction - Binary flags for made hands (pair, flush...)</a:t>
            </a:r>
          </a:p>
          <a:p>
            <a:pPr>
              <a:spcAft>
                <a:spcPts val="800"/>
              </a:spcAft>
              <a:defRPr sz="1800"/>
            </a:pPr>
            <a:r>
              <a:t>• GAE (Generalized Advantage Estimation) - Reduced variance</a:t>
            </a:r>
          </a:p>
          <a:p>
            <a:pPr>
              <a:spcAft>
                <a:spcPts val="800"/>
              </a:spcAft>
              <a:defRPr sz="1800"/>
            </a:pPr>
            <a:r>
              <a:t>• Orthogonal Initialization - Stable early training</a:t>
            </a:r>
          </a:p>
          <a:p>
            <a:pPr>
              <a:spcAft>
                <a:spcPts val="800"/>
              </a:spcAft>
              <a:defRPr sz="1800"/>
            </a:pPr>
            <a:r>
              <a:t>• Small Gain for Output Heads - Prevents p_fold saturation</a:t>
            </a:r>
          </a:p>
          <a:p>
            <a:pPr>
              <a:spcAft>
                <a:spcPts val="800"/>
              </a:spcAft>
              <a:defRPr sz="1800"/>
            </a:pPr>
            <a:r>
              <a:t>• Clipped Value Loss - More stable critic updates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Opponent modeling - Adapt to different play styles</a:t>
            </a:r>
          </a:p>
          <a:p>
            <a:pPr>
              <a:spcAft>
                <a:spcPts val="800"/>
              </a:spcAft>
              <a:defRPr sz="1800"/>
            </a:pPr>
            <a:r>
              <a:t>• CFR integration - Counterfactual regret for Nash equilibrium</a:t>
            </a:r>
          </a:p>
          <a:p>
            <a:pPr>
              <a:spcAft>
                <a:spcPts val="800"/>
              </a:spcAft>
              <a:defRPr sz="1800"/>
            </a:pPr>
            <a:r>
              <a:t>• Deeper networks - Transformer architecture for card sequences</a:t>
            </a:r>
          </a:p>
          <a:p>
            <a:pPr>
              <a:spcAft>
                <a:spcPts val="800"/>
              </a:spcAft>
              <a:defRPr sz="1800"/>
            </a:pPr>
            <a:r>
              <a:t>• League training - Population of diverse opponents</a:t>
            </a:r>
          </a:p>
          <a:p>
            <a:pPr>
              <a:spcAft>
                <a:spcPts val="800"/>
              </a:spcAft>
              <a:defRPr sz="1800"/>
            </a:pPr>
            <a:r>
              <a:t>• Multi-table support - Parallel environment scaling</a:t>
            </a:r>
          </a:p>
          <a:p>
            <a:pPr>
              <a:spcAft>
                <a:spcPts val="800"/>
              </a:spcAft>
              <a:defRPr sz="1800"/>
            </a:pPr>
            <a:r>
              <a:t>• Real money API integration - Deploy to online platforms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Thank You! 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Questions?</a:t>
            </a:r>
            <a:br/>
            <a:br/>
            <a:r>
              <a:t>GitHub: github.com/BearGotGit/Ultron-Texas-Hold-Em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